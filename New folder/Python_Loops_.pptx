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Loops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Loops are used to repeat a block of code multiple times.</a:t>
            </a:r>
          </a:p>
          <a:p>
            <a:r>
              <a:t>Python mainly supports:</a:t>
            </a:r>
          </a:p>
          <a:p>
            <a:r>
              <a:t>• for loop</a:t>
            </a:r>
          </a:p>
          <a:p>
            <a:r>
              <a:t>• while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Loops?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 repetitive code</a:t>
            </a:r>
          </a:p>
          <a:p>
            <a:r>
              <a:t>• Easy data processing</a:t>
            </a:r>
          </a:p>
          <a:p>
            <a:r>
              <a:t>• Helpful in automation</a:t>
            </a:r>
          </a:p>
          <a:p>
            <a:r>
              <a:t>• Used in arrays, lists, strings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loop is used to iterate over a sequence.</a:t>
            </a:r>
          </a:p>
          <a:p>
            <a:r>
              <a:t>Sequence can be list, tuple, string, range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 -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variable in sequence:</a:t>
            </a:r>
          </a:p>
          <a:p>
            <a:r>
              <a:t>   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in range(1,6):</a:t>
            </a:r>
          </a:p>
          <a:p>
            <a:r>
              <a:t>    print(i)</a:t>
            </a:r>
          </a:p>
          <a:p/>
          <a:p>
            <a:r>
              <a:t>Output: 1 2 3 4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loop runs as long as condition is True.</a:t>
            </a:r>
          </a:p>
          <a:p>
            <a:r>
              <a:t>Condition is checked before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 -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condition:</a:t>
            </a:r>
          </a:p>
          <a:p>
            <a:r>
              <a:t>   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= 1</a:t>
            </a:r>
          </a:p>
          <a:p>
            <a:r>
              <a:t>while i &lt;= 5:</a:t>
            </a:r>
          </a:p>
          <a:p>
            <a:r>
              <a:t>    print(i)</a:t>
            </a:r>
          </a:p>
          <a:p>
            <a:r>
              <a:t>    i +=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Loop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loop inside another loop is called nested loop.</a:t>
            </a:r>
          </a:p>
          <a:p>
            <a:r>
              <a:t>Used for matrix, patterns,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Loop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in range(1,4):</a:t>
            </a:r>
          </a:p>
          <a:p>
            <a:r>
              <a:t>    for j in range(1,4):</a:t>
            </a:r>
          </a:p>
          <a:p>
            <a:r>
              <a:t>        print(i, j)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 stops the loop completely when condition is met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in range(1,6):</a:t>
            </a:r>
          </a:p>
          <a:p>
            <a:r>
              <a:t>    if i == 3:</a:t>
            </a:r>
          </a:p>
          <a:p>
            <a:r>
              <a:t>        break</a:t>
            </a:r>
          </a:p>
          <a:p>
            <a:r>
              <a:t>    print(i)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 skips current iteration and moves to 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in range(1,6):</a:t>
            </a:r>
          </a:p>
          <a:p>
            <a:r>
              <a:t>    if i == 3:</a:t>
            </a:r>
          </a:p>
          <a:p>
            <a:r>
              <a:t>        continue</a:t>
            </a:r>
          </a:p>
          <a:p>
            <a:r>
              <a:t>    print(i)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 is used as a placeholder where statement is required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in range(5):</a:t>
            </a:r>
          </a:p>
          <a:p>
            <a:r>
              <a:t>    if i == 3:</a:t>
            </a:r>
          </a:p>
          <a:p>
            <a:r>
              <a:t>        pass</a:t>
            </a:r>
          </a:p>
          <a:p>
            <a:r>
              <a:t>    print(i)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 loop – fixed iterations</a:t>
            </a:r>
          </a:p>
          <a:p>
            <a:r>
              <a:t>• while loop – condition based</a:t>
            </a:r>
          </a:p>
          <a:p>
            <a:r>
              <a:t>• nested loop – loop inside loop</a:t>
            </a:r>
          </a:p>
          <a:p>
            <a:r>
              <a:t>• break, continue, pass – loop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